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914400"/>
            <a:ext cx="365760" cy="36576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572000"/>
            <a:ext cx="1097280" cy="109728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114800"/>
            <a:ext cx="457200" cy="45720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B2C23"/>
                </a:solidFill>
                <a:latin typeface="Microsoft YaHei"/>
              </a:defRPr>
            </a:pPr>
            <a:r>
              <a:t>Dify Agent 开发流程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D42"/>
                </a:solidFill>
                <a:latin typeface="Microsoft YaHei"/>
              </a:defRPr>
            </a:pPr>
            <a:r>
              <a:t>从零到一构建你的 AI Agent 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108960"/>
            <a:ext cx="39319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泉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B2C23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097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97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平台认知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了解 Dify 与 Agent 核心概念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698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7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开发流程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五阶段完整开发路径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99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1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Agent 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四种推理模式对比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00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7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核心配置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模型、工具、知识库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501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3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调试发布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32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测试优化与上线集成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Dify 平台将 Agent 开发从代码编排转向可视化构建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56032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097280"/>
            <a:ext cx="365760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124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传统开发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097280"/>
            <a:ext cx="393192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1247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Dify 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17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开发方式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717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手写 LangChain 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9164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17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可视化拖拽编排工作流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3172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357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模型接入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33172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357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手动配置 API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33172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357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一键接入主流模型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97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工具集成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9718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997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自己编写 Tool 函数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97180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99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内置 + 自定义插件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1188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63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调试测试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61188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637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print 日志 + 猜测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61188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363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可视化推理链路追踪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25196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7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25196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277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自己搭向量数据库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5196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427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上传文档自动生成 RAG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89204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91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489204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1880" y="491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Flask / FastAPI 服务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89204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1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API / Widget 一键发布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5577840"/>
            <a:ext cx="50800" cy="914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▸ Dify 让非专业开发者也能在数小时内构建生产级 Agent</a:t>
            </a:r>
            <a:br/>
            <a:r>
              <a:t>▸ 开源社区活跃，支持私有化部署，开发效率提升 5-10 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从零到发布的完整开发流程包含五个关键阶段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环境准备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注册账号</a:t>
            </a:r>
            <a:br/>
            <a:r>
              <a:t>Docker 部署</a:t>
            </a:r>
            <a:br/>
            <a:r>
              <a:t>模型接入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32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32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32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46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创建应用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03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选择 Agent 类型</a:t>
            </a:r>
            <a:br/>
            <a:r>
              <a:t>配置基础参数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核心配置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编写 Prompt</a:t>
            </a:r>
            <a:br/>
            <a:r>
              <a:t>接入工具+知识库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66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66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66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80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调试优化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23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37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Playground 测试</a:t>
            </a:r>
            <a:br/>
            <a:r>
              <a:t>调整策略参数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发布上线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API 集成</a:t>
            </a:r>
            <a:br/>
            <a:r>
              <a:t>嵌入网页</a:t>
            </a:r>
            <a:br/>
            <a:r>
              <a:t>独立 WebApp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四种 Agent 策略模式覆盖不同复杂度场景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Function Calling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模型原生支持，推荐首选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稳定性最高，响应最快</a:t>
            </a:r>
            <a:br/>
            <a:r>
              <a:t>适合绝大多数场景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24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424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568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ReAct 推理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1856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40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Thought → Action →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灵活强大，适合多步推理</a:t>
            </a:r>
            <a:br/>
            <a:r>
              <a:t>复杂任务的首选方案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96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96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Plan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128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41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先规划再执行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412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适合多个工具调用</a:t>
            </a:r>
            <a:br/>
            <a:r>
              <a:t>的长流程复杂任务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Quantum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实验性策略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支持更自由的推理路径</a:t>
            </a:r>
            <a:br/>
            <a:r>
              <a:t>适合探索和研究场景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核心配置项决定 Agent 的能力和行为边界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Prompt 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系统提示词定义 Agent 的</a:t>
            </a:r>
            <a:br/>
            <a:r>
              <a:t>角色定位、行为规则和输出格式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24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0436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模型选择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856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GPT-4o 适合复杂推理</a:t>
            </a:r>
            <a:br/>
            <a:r>
              <a:t>Claude 适合长文本</a:t>
            </a:r>
            <a:br/>
            <a:r>
              <a:t>Qwen 适合中文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96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1708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70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41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工具接入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128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412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内置搜索+计算+DALL-E</a:t>
            </a:r>
            <a:br/>
            <a:r>
              <a:t>支持自定义 HTTP API</a:t>
            </a:r>
            <a:br/>
            <a:r>
              <a:t>Python 代码执行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980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上传 PDF/Word/网页</a:t>
            </a:r>
            <a:br/>
            <a:r>
              <a:t>自动切片向量化</a:t>
            </a:r>
            <a:br/>
            <a:r>
              <a:t>构建 RAG 增强问答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工具集成矩阵按内外部和复杂度划分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14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内置工具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网页搜索、计算器、</a:t>
            </a:r>
            <a:br/>
            <a:r>
              <a:t>DALL-E 绘图，开箱即用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14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自定义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HTTP 节点对接任意外部</a:t>
            </a:r>
            <a:br/>
            <a:r>
              <a:t>服务，RESTful / GraphQL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代码执行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Python / JS 沙盒环境</a:t>
            </a:r>
            <a:br/>
            <a:r>
              <a:t>运行复杂数据处理逻辑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8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知识库检索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文档上传+向量检索</a:t>
            </a:r>
            <a:br/>
            <a:r>
              <a:t>构建 RAG 增强专业问答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调试优化将 Agent 从基础问答提升为可靠助手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54864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优化前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Prompt 模糊，输出格式不一致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工具调用频繁失败，无重试机制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推理链路过长，响应超过 10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遇到异常直接报错，体验差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知识库召回率低，答非所问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212080" cy="5212080"/>
          </a:xfrm>
          <a:prstGeom prst="round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161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优化后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结构化 Prompt + Few-shot 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错误处理 + 自动重试，成功率 99%+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策略精简，平均 2-3 步完成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优雅降级 + 友好提示，容错性强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混合检索+重排序，相关性 +40%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成功构建 Dify Agent 的三个关键原则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Prompt 是灵魂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结构化提示词 + 角色定义</a:t>
            </a:r>
            <a:br/>
            <a:r>
              <a:t>+ 输出约束</a:t>
            </a:r>
            <a:br/>
            <a:r>
              <a:t>决定了 Agent 80% 的表现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工具是手脚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合理选择内置工具</a:t>
            </a:r>
            <a:br/>
            <a:r>
              <a:t>和自定义 API</a:t>
            </a:r>
            <a:br/>
            <a:r>
              <a:t>让 Agent 执行真实任务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404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迭代是常态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没有一次做完美的 Agent</a:t>
            </a:r>
            <a:br/>
            <a:r>
              <a:t>通过 Playground 反复测试</a:t>
            </a:r>
            <a:br/>
            <a:r>
              <a:t>持续优化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914400" cy="91440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1097280" cy="109728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"/>
            <a:ext cx="457200" cy="45720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2926080"/>
            <a:ext cx="39319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C3B2"/>
                </a:solidFill>
                <a:latin typeface="Microsoft YaHei"/>
              </a:defRPr>
            </a:pPr>
            <a:r>
              <a:t>用 Dify，让每个人都能构建自己的 AI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