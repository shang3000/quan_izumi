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B2C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B2C23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1097280"/>
            <a:ext cx="2926080" cy="2926080"/>
          </a:xfrm>
          <a:prstGeom prst="rect">
            <a:avLst/>
          </a:prstGeom>
          <a:solidFill>
            <a:srgbClr val="D6C3B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1554480"/>
            <a:ext cx="2286000" cy="2286000"/>
          </a:xfrm>
          <a:prstGeom prst="rect">
            <a:avLst/>
          </a:prstGeom>
          <a:solidFill>
            <a:srgbClr val="C9A882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73152" cy="1645920"/>
          </a:xfrm>
          <a:prstGeom prst="rect">
            <a:avLst/>
          </a:prstGeom>
          <a:solidFill>
            <a:srgbClr val="C9A88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45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CLI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使用指南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从安装到精通的完整教程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4B2C2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出品  |  终端中的 AI 编程助手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B2C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B2C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 Claude Code CLI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B2C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CLI 使用指南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4773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是 Anthropic 推出的命令行 AI 编程助手，直接在终端中运行，能够理解整个代码库并执行实际操作。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3749040" cy="118872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645920"/>
            <a:ext cx="54864" cy="1188720"/>
          </a:xfrm>
          <a:prstGeom prst="rect">
            <a:avLst/>
          </a:prstGeom>
          <a:solidFill>
            <a:srgbClr val="D6C3B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190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智能代码编辑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读取、编写、修改文件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理解项目上下文与架构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645920"/>
            <a:ext cx="3749040" cy="118872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645920"/>
            <a:ext cx="54864" cy="1188720"/>
          </a:xfrm>
          <a:prstGeom prst="rect">
            <a:avLst/>
          </a:prstGeom>
          <a:solidFill>
            <a:srgbClr val="C9A88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7190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 命令执行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0116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运行构建、测试、Git 命令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自动诊断并修复错误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3749040" cy="118872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017520"/>
            <a:ext cx="54864" cy="1188720"/>
          </a:xfrm>
          <a:prstGeom prst="rect">
            <a:avLst/>
          </a:prstGeom>
          <a:solidFill>
            <a:srgbClr val="6AAF6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0906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A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多轮对话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3832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交互式 REPL 会话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保持上下文连续性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3017520"/>
            <a:ext cx="3749040" cy="118872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017520"/>
            <a:ext cx="54864" cy="118872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0906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3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扩展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3383280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Model Context Protocol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连接外部工具和数据源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B2C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B2C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安装与环境配置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B2C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CLI 使用指南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4773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前置要求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18+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或 yarn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API Key 或 Claude Max/Pro 订阅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安装命令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3840480" cy="1371600"/>
          </a:xfrm>
          <a:prstGeom prst="rect">
            <a:avLst/>
          </a:prstGeom>
          <a:solidFill>
            <a:srgbClr val="2E1A1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8346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全局安装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@anthropic-ai/claude-code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或直接运行（无需安装）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@anthropic-ai/claude-code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认证方式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3840480" cy="86868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371600"/>
            <a:ext cx="54864" cy="868680"/>
          </a:xfrm>
          <a:prstGeom prst="rect">
            <a:avLst/>
          </a:prstGeom>
          <a:solidFill>
            <a:srgbClr val="D6C3B2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4447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认证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设置环境变量: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ANTHROPIC_API_KEY=sk-ant-...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3840480" cy="86868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423160"/>
            <a:ext cx="54864" cy="868680"/>
          </a:xfrm>
          <a:prstGeom prst="rect">
            <a:avLst/>
          </a:prstGeom>
          <a:solidFill>
            <a:srgbClr val="6AAF6C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4963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A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登录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27889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 /login 命令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Claude Max/Pro 账号登录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474720"/>
            <a:ext cx="3840480" cy="86868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474720"/>
            <a:ext cx="54864" cy="86868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5478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3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健康检查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8404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运行 /doctor 命令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诊断安装和配置问题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B2C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B2C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基础用法：交互式模式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B2C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CLI 使用指南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4773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启动交互式会话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3840480" cy="777240"/>
          </a:xfrm>
          <a:prstGeom prst="rect">
            <a:avLst/>
          </a:prstGeom>
          <a:solidFill>
            <a:srgbClr val="2E1A1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1463040"/>
            <a:ext cx="35661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_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示例会话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937760" y="1371600"/>
            <a:ext cx="3657600" cy="2286000"/>
          </a:xfrm>
          <a:prstGeom prst="rect">
            <a:avLst/>
          </a:prstGeom>
          <a:solidFill>
            <a:srgbClr val="2E1A1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74920" y="1463040"/>
            <a:ext cx="3383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claude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帮我看看这个函数有什么问题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Claude: 我来分析 processOrder()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函数...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已修复: 边界条件处理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已添加: 错误日志记录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帮我写个单元测试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REPL 中你可以：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274320" cy="274320"/>
          </a:xfrm>
          <a:prstGeom prst="rect">
            <a:avLst/>
          </a:prstGeom>
          <a:solidFill>
            <a:srgbClr val="D6C3B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429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直接输入问题或指令 — Claude 会理解你的代码库并执行操作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3429000"/>
            <a:ext cx="274320" cy="274320"/>
          </a:xfrm>
          <a:prstGeom prst="rect">
            <a:avLst/>
          </a:prstGeom>
          <a:solidFill>
            <a:srgbClr val="D6C3B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429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3429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Shift+Tab 切换自动接受 — 自动批准工具调用，无需逐个确认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274320" cy="274320"/>
          </a:xfrm>
          <a:prstGeom prst="rect">
            <a:avLst/>
          </a:prstGeom>
          <a:solidFill>
            <a:srgbClr val="D6C3B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 中断当前生成 — 随时停止 Claude 的回复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3931920"/>
            <a:ext cx="274320" cy="274320"/>
          </a:xfrm>
          <a:prstGeom prst="rect">
            <a:avLst/>
          </a:prstGeom>
          <a:solidFill>
            <a:srgbClr val="D6C3B2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3931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开头添加记忆 — 保存上下文信息供后续使用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B2C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B2C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基础用法：单次执行与管道模式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B2C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CLI 使用指南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4773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单次执行模式 (-p)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适合脚本和 CI/CD 集成，执行后自动退出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3840480" cy="1188720"/>
          </a:xfrm>
          <a:prstGeom prst="rect">
            <a:avLst/>
          </a:prstGeom>
          <a:solidFill>
            <a:srgbClr val="2E1A1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6916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非交互式执行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"分析这个项目的代码结构"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结合其他命令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-p "为这个函数写文档" &gt; doc.txt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管道模式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3840480" cy="1005840"/>
          </a:xfrm>
          <a:prstGeom prst="rect">
            <a:avLst/>
          </a:prstGeom>
          <a:solidFill>
            <a:srgbClr val="2E1A1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3375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将文件内容传递给 Claude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app.py | claude "找出其中的 bug"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结合 git diff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diff | claude "总结这些变更"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适用场景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754880" y="1417320"/>
            <a:ext cx="3840480" cy="82296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417320"/>
            <a:ext cx="54864" cy="822960"/>
          </a:xfrm>
          <a:prstGeom prst="rect">
            <a:avLst/>
          </a:prstGeom>
          <a:solidFill>
            <a:srgbClr val="D6C3B2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49047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集成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78308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在自动化流水线中使用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代码审查、生成测试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377440"/>
            <a:ext cx="3840480" cy="82296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377440"/>
            <a:ext cx="54864" cy="822960"/>
          </a:xfrm>
          <a:prstGeom prst="rect">
            <a:avLst/>
          </a:prstGeom>
          <a:solidFill>
            <a:srgbClr val="6AAF6C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4505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A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批量处理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7432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脚本化处理多个文件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自动化重复任务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3337560"/>
            <a:ext cx="3840480" cy="82296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337560"/>
            <a:ext cx="54864" cy="822960"/>
          </a:xfrm>
          <a:prstGeom prst="rect">
            <a:avLst/>
          </a:prstGeom>
          <a:solidFill>
            <a:srgbClr val="C9A882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41071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快速查询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70332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一行命令获取答案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无需启动完整会话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B2C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B2C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斜杠命令一览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B2C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CLI 使用指南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4773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 / 后自动补全，或使用以下常用命令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760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C3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命令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6C3B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A1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/help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查看所有可用命令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/clear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C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清除对话历史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C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/compact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压缩对话以节省上下文窗口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/cost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C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查看 Token 使用量和费用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C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/config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管理配置设置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/memory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C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编辑 CLAUDE.md 记忆文件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C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/permissions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查看和管理工具权限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/doctor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C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诊断安装和配置问题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C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/login /logout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登录/登出账号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/vim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C2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切换 Vim 编辑模式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C2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9A88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/init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初始化项目 CLAUDE.md 文件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D3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31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B2C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B2C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项目指令文件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B2C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CLI 使用指南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4773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是 Claude Code 的持久化记忆系统，让 Claude 在每次会话中都了解你的项目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文件位置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749040" cy="82296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828800"/>
            <a:ext cx="54864" cy="822960"/>
          </a:xfrm>
          <a:prstGeom prst="rect">
            <a:avLst/>
          </a:prstGeom>
          <a:solidFill>
            <a:srgbClr val="D6C3B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019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项目根目录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1945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— 项目级指令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所有会话生效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3749040" cy="82296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788920"/>
            <a:ext cx="54864" cy="822960"/>
          </a:xfrm>
          <a:prstGeom prst="rect">
            <a:avLst/>
          </a:prstGeom>
          <a:solidFill>
            <a:srgbClr val="6AAF6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620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A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子目录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1546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子目录/CLAUDE.md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特定文件夹的专属指令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749040" cy="82296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749040"/>
            <a:ext cx="54864" cy="82296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8221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3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用户全局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114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~/.claude/CLAUDE.md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跨项目的个人偏好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示例内容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828800"/>
            <a:ext cx="3840480" cy="2560320"/>
          </a:xfrm>
          <a:prstGeom prst="rect">
            <a:avLst/>
          </a:prstGeom>
          <a:solidFill>
            <a:srgbClr val="2E1A1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192024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CLAUDE.md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项目信息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+ TypeScript 项目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构建命令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npm install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npm 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npm run build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代码规范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ESLint + Prettier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B2C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B2C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权限管理与安全控制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B2C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CLI 使用指南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4773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默认在使用工具前请求用户确认，确保安全可控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3749040" cy="91440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508760"/>
            <a:ext cx="54864" cy="914400"/>
          </a:xfrm>
          <a:prstGeom prst="rect">
            <a:avLst/>
          </a:prstGeom>
          <a:solidFill>
            <a:srgbClr val="D6C3B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819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默认模式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18745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执行文件写入、Shell 命令等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操作前需用户确认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508760"/>
            <a:ext cx="3749040" cy="91440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508760"/>
            <a:ext cx="54864" cy="914400"/>
          </a:xfrm>
          <a:prstGeom prst="rect">
            <a:avLst/>
          </a:prstGeom>
          <a:solidFill>
            <a:srgbClr val="6AAF6C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5819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A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自动接受模式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18745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Shift+Tab 开启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自动批准所有工具调用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3749040" cy="91440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606040"/>
            <a:ext cx="54864" cy="914400"/>
          </a:xfrm>
          <a:prstGeom prst="rect">
            <a:avLst/>
          </a:prstGeom>
          <a:solidFill>
            <a:srgbClr val="E0605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6791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6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模式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29718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跳过所有权限检查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仅限沙盒/CI 环境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606040"/>
            <a:ext cx="3749040" cy="91440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606040"/>
            <a:ext cx="54864" cy="91440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6791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3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工具级控制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29718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--allowedTools 精细控制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按需分配工具权限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8046720" cy="914400"/>
          </a:xfrm>
          <a:prstGeom prst="rect">
            <a:avLst/>
          </a:prstGeom>
          <a:solidFill>
            <a:srgbClr val="2E1A1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3794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允许特定工具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--allowedTools=Bash,Write,Edit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查看当前权限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/permissions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B2C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B2C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服务器扩展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B2C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CLI 使用指南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4773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Context Protocol (MCP) 让 Claude Code 连接外部工具和数据源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 MCP？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开放协议，扩展 Claude 能力边界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连接数据库、API、文件系统等资源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权限与内置工具统一管理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配置方式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3840480" cy="1371600"/>
          </a:xfrm>
          <a:prstGeom prst="rect">
            <a:avLst/>
          </a:prstGeom>
          <a:solidFill>
            <a:srgbClr val="2E1A1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329184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.mcp.json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"mcpServers":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"my-server":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"npx",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["my-mcp-server"]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典型场景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828800"/>
            <a:ext cx="3840480" cy="86868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828800"/>
            <a:ext cx="54864" cy="868680"/>
          </a:xfrm>
          <a:prstGeom prst="rect">
            <a:avLst/>
          </a:prstGeom>
          <a:solidFill>
            <a:srgbClr val="D6C3B2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9019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数据库查询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1945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 PostgreSQL/MySQL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直接查询和分析数据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834640"/>
            <a:ext cx="3840480" cy="86868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834640"/>
            <a:ext cx="54864" cy="868680"/>
          </a:xfrm>
          <a:prstGeom prst="rect">
            <a:avLst/>
          </a:prstGeom>
          <a:solidFill>
            <a:srgbClr val="6AAF6C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90779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A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集成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2004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调用内部 REST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获取实时数据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3840480"/>
            <a:ext cx="3840480" cy="86868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840480"/>
            <a:ext cx="54864" cy="86868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9136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3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自定义工具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42062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创建专属 MCP 服务器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满足特定业务需求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B2C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B2C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高级功能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B2C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CLI 使用指南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4773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更多进阶能力，让你的开发工作流更高效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3749040" cy="91440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63040"/>
            <a:ext cx="54864" cy="914400"/>
          </a:xfrm>
          <a:prstGeom prst="rect">
            <a:avLst/>
          </a:prstGeom>
          <a:solidFill>
            <a:srgbClr val="D6C3B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361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会话管理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18288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恢复、继续和压缩历史会话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支持多会话并行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463040"/>
            <a:ext cx="3749040" cy="91440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463040"/>
            <a:ext cx="54864" cy="914400"/>
          </a:xfrm>
          <a:prstGeom prst="rect">
            <a:avLst/>
          </a:prstGeom>
          <a:solidFill>
            <a:srgbClr val="C9A88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5361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扩展思考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18288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--thinking 参数启用深度推理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适合复杂架构决策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3749040" cy="91440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514600"/>
            <a:ext cx="54864" cy="914400"/>
          </a:xfrm>
          <a:prstGeom prst="rect">
            <a:avLst/>
          </a:prstGeom>
          <a:solidFill>
            <a:srgbClr val="6AAF6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5877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A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模型选择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28803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--model 指定不同模型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按任务复杂度灵活切换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514600"/>
            <a:ext cx="3749040" cy="91440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514600"/>
            <a:ext cx="54864" cy="914400"/>
          </a:xfrm>
          <a:prstGeom prst="rect">
            <a:avLst/>
          </a:prstGeom>
          <a:solidFill>
            <a:srgbClr val="A23B72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5877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23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上下文压缩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288036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/compact 压缩长对话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突破上下文窗口限制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566160"/>
            <a:ext cx="3749040" cy="91440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566160"/>
            <a:ext cx="54864" cy="914400"/>
          </a:xfrm>
          <a:prstGeom prst="rect">
            <a:avLst/>
          </a:prstGeom>
          <a:solidFill>
            <a:srgbClr val="D6C3B2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6393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追踪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39319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/cost 实时查看使用量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监控 API 费用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3566160"/>
            <a:ext cx="3749040" cy="91440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3566160"/>
            <a:ext cx="54864" cy="914400"/>
          </a:xfrm>
          <a:prstGeom prst="rect">
            <a:avLst/>
          </a:prstGeom>
          <a:solidFill>
            <a:srgbClr val="C9A882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6393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集成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0" y="39319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自动识别分支和 diff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智能提交信息生成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B2C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4B2C2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最佳实践与使用技巧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4B2C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77316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CLI 使用指南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0" y="4773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05840"/>
            <a:ext cx="3749040" cy="169164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051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项目配置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3716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编写详细的 CLAUDE.md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包含构建、测试、部署命令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说明代码规范和架构约定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/init 快速初始化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05840"/>
            <a:ext cx="3749040" cy="169164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0" y="1051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6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安全建议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避免在生产环境跳过权限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 --allowedTools 精细控制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敏感操作前让 Claude 解释计划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定期检查 /permissions 配置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3749040" cy="169164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A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2461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善用 /compact 管理上下文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Shift+Tab 批量操作时开启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-p 模式集成到脚本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添加会话内记忆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880360"/>
            <a:ext cx="3749040" cy="1691640"/>
          </a:xfrm>
          <a:prstGeom prst="rect">
            <a:avLst/>
          </a:prstGeom>
          <a:solidFill>
            <a:srgbClr val="3D231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2926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常见场景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32461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代码审查: git diff | claude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定位: 描述问题让 Claude 分析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重构: 说明目标，Claude 规划步骤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文档生成: 自动创建 README/注释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B2C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B2C23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1097280"/>
            <a:ext cx="2926080" cy="2926080"/>
          </a:xfrm>
          <a:prstGeom prst="rect">
            <a:avLst/>
          </a:prstGeom>
          <a:solidFill>
            <a:srgbClr val="D6C3B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1554480"/>
            <a:ext cx="2286000" cy="2286000"/>
          </a:xfrm>
          <a:prstGeom prst="rect">
            <a:avLst/>
          </a:prstGeom>
          <a:solidFill>
            <a:srgbClr val="C9A882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45920"/>
            <a:ext cx="73152" cy="1645920"/>
          </a:xfrm>
          <a:prstGeom prst="rect">
            <a:avLst/>
          </a:prstGeom>
          <a:solidFill>
            <a:srgbClr val="C9A88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45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开始你的 Claude Code 之旅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官方文档: </a:t>
            </a:r>
            <a:pPr indent="0" marL="0">
              <a:buNone/>
            </a:pPr>
            <a:r>
              <a:rPr lang="en-US" sz="12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docs.anthropic.com/en/docs/claude-code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520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</a:t>
            </a:r>
            <a:pPr indent="0" marL="0">
              <a:buNone/>
            </a:pPr>
            <a:r>
              <a:rPr lang="en-US" sz="1200" dirty="0">
                <a:solidFill>
                  <a:srgbClr val="D6C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github.com/anthropics/claude-code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4B2C2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@anthropic-ai/claude-code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CLI 使用指南</dc:title>
  <dc:subject>PptxGenJS Presentation</dc:subject>
  <dc:creator>Hinata</dc:creator>
  <cp:lastModifiedBy>Hinata</cp:lastModifiedBy>
  <cp:revision>1</cp:revision>
  <dcterms:created xsi:type="dcterms:W3CDTF">2026-06-19T10:44:08Z</dcterms:created>
  <dcterms:modified xsi:type="dcterms:W3CDTF">2026-06-19T10:44:08Z</dcterms:modified>
</cp:coreProperties>
</file>